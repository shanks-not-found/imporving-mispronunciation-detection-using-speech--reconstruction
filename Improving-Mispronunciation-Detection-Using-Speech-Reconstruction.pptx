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63" r:id="rId6"/>
    <p:sldId id="265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DM Sans Medium" panose="020B0604020202020204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1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06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Improving Mispronunciation Detection Using Speech Reconstruction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novel multi-task learning approach combining mispronunciation detection with text-to-speech synthesis to help second language learners improve pronunciation.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 It Works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Input 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Wav2vec extracts features from learner's speech while text encoder processes the target sentence.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Phone Prediction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Seq2seq model combines audio and text features to predict the phone sequence using attention mechanism.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3119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Speech Reconstruction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Tacotron-based TTS system reconstructs speech from predicted phones plus speaker embedding.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Dual Loss Training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learns from both phone recognition loss and speech reconstruction loss simultaneously.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50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Training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607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Datasets Used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01288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TIMIT: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6,300 native English recordings from 630 speakers (4.5 hours)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1798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L2-ARCTIC: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24 non-native speakers from 6 language backgrounds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018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sets unified to 40 phones including silence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0237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audio resampled to 16 kHz for consistency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959096" y="33607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Split Strategy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959096" y="4012883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speakers for training, 6 for testing (one per accent). Tested both seen and unseen sentence conditions.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61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on Seen Sentences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7717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90.1%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10896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Correctness Score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953714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MDD+TTS system vs. 87.6% for baseline MDD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07717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87.9%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10896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Accuracy Score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4599384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MDD+TTS system vs. 85.6% for baseline MDD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07717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5.42%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10896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F1 Improvement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4599384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improvement in mispronunciation diagnosis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29757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differences statistically significant (p &lt; 0.05). The speech reconstruction component forces more accurate phone predictions.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30567"/>
            <a:ext cx="72828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Speech Quality Verification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9788"/>
            <a:ext cx="36093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Speaker Identity Preserved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10207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t-SNE plots show original and reconstructed speech cluster together for each speaker, confirming voice identity is maintained.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456884" y="4019788"/>
            <a:ext cx="2953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Accent Differentiation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56884" y="4510207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from canonical phones sounds native-like (5.03 accentedness), while annotated phones sound accented (5.47).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9755"/>
            <a:ext cx="7210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 &amp; Future Directions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48696"/>
            <a:ext cx="3664744" cy="3121462"/>
          </a:xfrm>
          <a:prstGeom prst="roundRect">
            <a:avLst>
              <a:gd name="adj" fmla="val 1090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17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Achievement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665928"/>
            <a:ext cx="3211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system to combine MDD with speech reconstruction, achieving better generalization to unseen sentences while maintaining high accuracy.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948696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175510"/>
            <a:ext cx="29204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Practical Applications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2665928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better computer-assisted pronunciation training for second language learners with automatic, accurate feedback.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96972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014204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prosody control to TTS, generate synthetic training data with induced errors, and explore lighter model architectures for deployment.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337</Words>
  <Application>Microsoft Office PowerPoint</Application>
  <PresentationFormat>Custom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DM Sans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Lenovo</cp:lastModifiedBy>
  <cp:revision>3</cp:revision>
  <dcterms:created xsi:type="dcterms:W3CDTF">2025-10-10T04:30:14Z</dcterms:created>
  <dcterms:modified xsi:type="dcterms:W3CDTF">2025-10-10T06:08:14Z</dcterms:modified>
</cp:coreProperties>
</file>